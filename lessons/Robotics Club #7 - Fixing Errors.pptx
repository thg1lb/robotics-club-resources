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Ubuntu"/>
      <p:regular r:id="rId14"/>
      <p:bold r:id="rId15"/>
      <p:italic r:id="rId16"/>
      <p:boldItalic r:id="rId17"/>
    </p:embeddedFon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buntu-bold.fntdata"/><Relationship Id="rId14" Type="http://schemas.openxmlformats.org/officeDocument/2006/relationships/font" Target="fonts/Ubuntu-regular.fntdata"/><Relationship Id="rId17" Type="http://schemas.openxmlformats.org/officeDocument/2006/relationships/font" Target="fonts/Ubuntu-boldItalic.fntdata"/><Relationship Id="rId16" Type="http://schemas.openxmlformats.org/officeDocument/2006/relationships/font" Target="fonts/Ubuntu-italic.fntdata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bc.co.uk/bitesize/guides/zmthsrd/revision/4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b2d8a91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b2d8a91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eb2d8a91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eb2d8a91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eb2d8a91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eb2d8a91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https://www.bbc.co.uk/bitesize/guides/zmthsrd/revision/4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eb2d8a91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eb2d8a91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eb2d8a91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eb2d8a91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eb2d8a91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eb2d8a91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eb2d8a91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eb2d8a91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Fixing Errors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2" y="195667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Why isn’t my code working? What do these errors mean? Why doesn’t my circuit work?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600" y="2722450"/>
            <a:ext cx="3936801" cy="196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What is an error?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300" y="1935463"/>
            <a:ext cx="73914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different kinds of errors?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00" y="2409400"/>
            <a:ext cx="5574600" cy="22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726650" y="2006250"/>
            <a:ext cx="751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What kind of error is below? Can you spot it?</a:t>
            </a:r>
            <a:endParaRPr sz="16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000" y="1390900"/>
            <a:ext cx="6974000" cy="3487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16"/>
          <p:cNvSpPr/>
          <p:nvPr/>
        </p:nvSpPr>
        <p:spPr>
          <a:xfrm>
            <a:off x="1387200" y="2565800"/>
            <a:ext cx="979200" cy="28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1387200" y="3331775"/>
            <a:ext cx="979200" cy="28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7650" y="1263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Errors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7650" y="1798250"/>
            <a:ext cx="3268800" cy="6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These are errors that occur within the code (eg. incorrect formatting)</a:t>
            </a:r>
            <a:endParaRPr sz="1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54254" l="0" r="18712" t="0"/>
          <a:stretch/>
        </p:blipFill>
        <p:spPr>
          <a:xfrm>
            <a:off x="346623" y="2670350"/>
            <a:ext cx="4350777" cy="217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4">
            <a:alphaModFix/>
          </a:blip>
          <a:srcRect b="33177" l="0" r="0" t="0"/>
          <a:stretch/>
        </p:blipFill>
        <p:spPr>
          <a:xfrm>
            <a:off x="4854974" y="2251581"/>
            <a:ext cx="3969750" cy="259856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727650" y="1263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 Errors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727650" y="1798250"/>
            <a:ext cx="8061600" cy="6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These are errors caused by human error (i.e. code does not logically make sense)</a:t>
            </a:r>
            <a:endParaRPr sz="1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0" r="14479" t="0"/>
          <a:stretch/>
        </p:blipFill>
        <p:spPr>
          <a:xfrm>
            <a:off x="1060463" y="2659425"/>
            <a:ext cx="338880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 rotWithShape="1">
          <a:blip r:embed="rId4">
            <a:alphaModFix/>
          </a:blip>
          <a:srcRect b="0" l="0" r="24908" t="0"/>
          <a:stretch/>
        </p:blipFill>
        <p:spPr>
          <a:xfrm>
            <a:off x="4795863" y="2659425"/>
            <a:ext cx="3125075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Wiring Errors…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25" y="2139613"/>
            <a:ext cx="3027975" cy="2230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8125" y="1853850"/>
            <a:ext cx="4979847" cy="28020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19"/>
          <p:cNvSpPr txBox="1"/>
          <p:nvPr/>
        </p:nvSpPr>
        <p:spPr>
          <a:xfrm>
            <a:off x="386063" y="4370150"/>
            <a:ext cx="3027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Reminder: Breadboard rails!</a:t>
            </a:r>
            <a:endParaRPr sz="1700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2173950" y="2304150"/>
            <a:ext cx="4796100" cy="1332000"/>
          </a:xfrm>
          <a:prstGeom prst="rect">
            <a:avLst/>
          </a:prstGeom>
          <a:solidFill>
            <a:srgbClr val="EAD1D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440"/>
              <a:t>Carry on with previous projects!</a:t>
            </a:r>
            <a:endParaRPr sz="34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