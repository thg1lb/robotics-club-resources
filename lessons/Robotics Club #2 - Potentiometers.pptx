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9fba3de1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19fba3de1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9fba3de1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9fba3de1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50775" t="9592"/>
          <a:stretch/>
        </p:blipFill>
        <p:spPr>
          <a:xfrm>
            <a:off x="215750" y="221725"/>
            <a:ext cx="2582350" cy="388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045550" y="337925"/>
            <a:ext cx="608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Potentiometer can vary resistance, allowing you to control brightness of LEDs or provide a rotational signal.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5268850" y="2420838"/>
            <a:ext cx="1203600" cy="120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3"/>
          <p:cNvCxnSpPr>
            <a:stCxn id="56" idx="0"/>
          </p:cNvCxnSpPr>
          <p:nvPr/>
        </p:nvCxnSpPr>
        <p:spPr>
          <a:xfrm rot="10800000">
            <a:off x="5870650" y="2146338"/>
            <a:ext cx="0" cy="274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/>
          <p:nvPr/>
        </p:nvCxnSpPr>
        <p:spPr>
          <a:xfrm rot="10800000">
            <a:off x="5526825" y="3499625"/>
            <a:ext cx="0" cy="274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13"/>
          <p:cNvCxnSpPr/>
          <p:nvPr/>
        </p:nvCxnSpPr>
        <p:spPr>
          <a:xfrm rot="10800000">
            <a:off x="6238825" y="3499625"/>
            <a:ext cx="0" cy="274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3"/>
          <p:cNvSpPr txBox="1"/>
          <p:nvPr/>
        </p:nvSpPr>
        <p:spPr>
          <a:xfrm>
            <a:off x="4238650" y="1255338"/>
            <a:ext cx="369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SIGNAL (Goes into Analogue pins (Digital control) or into LED PWR (Analogue control))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872200" y="3774125"/>
            <a:ext cx="36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5V (+)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5932675" y="3774125"/>
            <a:ext cx="36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GND</a:t>
            </a:r>
            <a:r>
              <a:rPr lang="en-GB" sz="1800">
                <a:solidFill>
                  <a:schemeClr val="dk2"/>
                </a:solidFill>
              </a:rPr>
              <a:t> (+)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5622525" y="3949625"/>
            <a:ext cx="369600" cy="110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4713800" y="4235825"/>
            <a:ext cx="385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These can be interchanged/ It </a:t>
            </a:r>
            <a:r>
              <a:rPr lang="en-GB" sz="1800">
                <a:solidFill>
                  <a:schemeClr val="dk2"/>
                </a:solidFill>
              </a:rPr>
              <a:t>doesn't</a:t>
            </a:r>
            <a:r>
              <a:rPr lang="en-GB" sz="1800">
                <a:solidFill>
                  <a:schemeClr val="dk2"/>
                </a:solidFill>
              </a:rPr>
              <a:t> matter which way round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5501200" y="2653175"/>
            <a:ext cx="738900" cy="738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/>
          </a:blip>
          <a:srcRect b="0" l="33222" r="0" t="0"/>
          <a:stretch/>
        </p:blipFill>
        <p:spPr>
          <a:xfrm>
            <a:off x="242850" y="173300"/>
            <a:ext cx="3801200" cy="485260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971400" y="0"/>
            <a:ext cx="474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Analogue (No Code)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650" y="173300"/>
            <a:ext cx="3486900" cy="48525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5104500" y="0"/>
            <a:ext cx="474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Digital (Using Code on Slide 3)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0" l="0" r="16597" t="0"/>
          <a:stretch/>
        </p:blipFill>
        <p:spPr>
          <a:xfrm>
            <a:off x="141850" y="211175"/>
            <a:ext cx="6531375" cy="460042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6715500" y="158400"/>
            <a:ext cx="2428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greyed- out words after a // are comments - you do not need to copy these in your code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852725" y="2660850"/>
            <a:ext cx="2312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Challenge: When you are finished, try using a potentiometer to control multiple </a:t>
            </a:r>
            <a:r>
              <a:rPr lang="en-GB" sz="1800">
                <a:solidFill>
                  <a:schemeClr val="dk2"/>
                </a:solidFill>
              </a:rPr>
              <a:t>LEDs</a:t>
            </a:r>
            <a:r>
              <a:rPr lang="en-GB" sz="1800">
                <a:solidFill>
                  <a:schemeClr val="dk2"/>
                </a:solidFill>
              </a:rPr>
              <a:t> brightness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