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Ubuntu"/>
      <p:regular r:id="rId9"/>
      <p:bold r:id="rId10"/>
      <p:italic r:id="rId11"/>
      <p:boldItalic r:id="rId12"/>
    </p:embeddedFon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font" Target="fonts/Ubuntu-italic.fntdata"/><Relationship Id="rId10" Type="http://schemas.openxmlformats.org/officeDocument/2006/relationships/font" Target="fonts/Ubuntu-bold.fntdata"/><Relationship Id="rId13" Type="http://schemas.openxmlformats.org/officeDocument/2006/relationships/font" Target="fonts/Raleway-regular.fntdata"/><Relationship Id="rId12" Type="http://schemas.openxmlformats.org/officeDocument/2006/relationships/font" Target="fonts/Ubuntu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Ubuntu-regular.fntdata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d2f65e58c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2d2f65e58c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d32913ed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2d32913ed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projecthub.arduino.cc/bruno_opaiva/controling-servo-motors-with-buttons-and-arduino-bcb3b6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Ubuntu"/>
                <a:ea typeface="Ubuntu"/>
                <a:cs typeface="Ubuntu"/>
                <a:sym typeface="Ubuntu"/>
              </a:rPr>
              <a:t>Open Session #1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6919" y="2278600"/>
            <a:ext cx="3185344" cy="234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1738" y="2278600"/>
            <a:ext cx="3093846" cy="234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>
                <a:latin typeface="Ubuntu"/>
                <a:ea typeface="Ubuntu"/>
                <a:cs typeface="Ubuntu"/>
                <a:sym typeface="Ubuntu"/>
              </a:rPr>
              <a:t>Do anything!</a:t>
            </a:r>
            <a:endParaRPr b="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4" name="Google Shape;94;p14"/>
          <p:cNvSpPr txBox="1"/>
          <p:nvPr>
            <p:ph type="title"/>
          </p:nvPr>
        </p:nvSpPr>
        <p:spPr>
          <a:xfrm>
            <a:off x="729450" y="1853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Ubuntu"/>
                <a:ea typeface="Ubuntu"/>
                <a:cs typeface="Ubuntu"/>
                <a:sym typeface="Ubuntu"/>
              </a:rPr>
              <a:t>Ideally practice and be comfortable with our previous lessons</a:t>
            </a:r>
            <a:endParaRPr b="0" sz="1800"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5" name="Google Shape;95;p14"/>
          <p:cNvSpPr txBox="1"/>
          <p:nvPr>
            <p:ph type="title"/>
          </p:nvPr>
        </p:nvSpPr>
        <p:spPr>
          <a:xfrm>
            <a:off x="727650" y="2571750"/>
            <a:ext cx="7688700" cy="15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>
                <a:solidFill>
                  <a:srgbClr val="38761D"/>
                </a:solidFill>
                <a:latin typeface="Ubuntu"/>
                <a:ea typeface="Ubuntu"/>
                <a:cs typeface="Ubuntu"/>
                <a:sym typeface="Ubuntu"/>
              </a:rPr>
              <a:t>There are other projects attached to the classroom post and on the next slide that may be </a:t>
            </a:r>
            <a:r>
              <a:rPr b="0" lang="en-GB">
                <a:solidFill>
                  <a:srgbClr val="38761D"/>
                </a:solidFill>
                <a:latin typeface="Ubuntu"/>
                <a:ea typeface="Ubuntu"/>
                <a:cs typeface="Ubuntu"/>
                <a:sym typeface="Ubuntu"/>
              </a:rPr>
              <a:t>more</a:t>
            </a:r>
            <a:r>
              <a:rPr b="0" lang="en-GB">
                <a:solidFill>
                  <a:srgbClr val="38761D"/>
                </a:solidFill>
                <a:latin typeface="Ubuntu"/>
                <a:ea typeface="Ubuntu"/>
                <a:cs typeface="Ubuntu"/>
                <a:sym typeface="Ubuntu"/>
              </a:rPr>
              <a:t> interesting/more of a challenge</a:t>
            </a:r>
            <a:endParaRPr b="0">
              <a:solidFill>
                <a:srgbClr val="38761D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/>
        </p:nvSpPr>
        <p:spPr>
          <a:xfrm>
            <a:off x="469950" y="1308963"/>
            <a:ext cx="4663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hlink"/>
                </a:solidFill>
                <a:latin typeface="Ubuntu"/>
                <a:ea typeface="Ubuntu"/>
                <a:cs typeface="Ubuntu"/>
                <a:sym typeface="Ubuntu"/>
                <a:hlinkClick r:id="rId3"/>
              </a:rPr>
              <a:t>Controlling servo motors with buttons and arduino</a:t>
            </a:r>
            <a:endParaRPr sz="900"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975" y="2213326"/>
            <a:ext cx="3379651" cy="2534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9625" y="1103700"/>
            <a:ext cx="3639501" cy="364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