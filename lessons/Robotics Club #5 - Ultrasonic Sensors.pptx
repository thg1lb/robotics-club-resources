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Ubuntu"/>
      <p:regular r:id="rId13"/>
      <p:bold r:id="rId14"/>
      <p:italic r:id="rId15"/>
      <p:boldItalic r:id="rId16"/>
    </p:embeddedFon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font" Target="fonts/Ubuntu-regular.fntdata"/><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Ubuntu-italic.fntdata"/><Relationship Id="rId14" Type="http://schemas.openxmlformats.org/officeDocument/2006/relationships/font" Target="fonts/Ubuntu-bold.fntdata"/><Relationship Id="rId17" Type="http://schemas.openxmlformats.org/officeDocument/2006/relationships/font" Target="fonts/Raleway-regular.fntdata"/><Relationship Id="rId16" Type="http://schemas.openxmlformats.org/officeDocument/2006/relationships/font" Target="fonts/Ubuntu-boldItalic.fntdata"/><Relationship Id="rId5" Type="http://schemas.openxmlformats.org/officeDocument/2006/relationships/notesMaster" Target="notesMasters/notesMaster1.xml"/><Relationship Id="rId19" Type="http://schemas.openxmlformats.org/officeDocument/2006/relationships/font" Target="fonts/Raleway-italic.fntdata"/><Relationship Id="rId6" Type="http://schemas.openxmlformats.org/officeDocument/2006/relationships/slide" Target="slides/slide1.xml"/><Relationship Id="rId18"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2787d8aeb0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2787d8aeb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787d8aeb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2787d8aeb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29f471b0b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29f471b0b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29f471b0b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29f471b0b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9f471b0b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9f471b0b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9f471b0b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29f471b0b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hyperlink" Target="https://projecthub.arduino.cc/Isaac100/getting-started-with-the-hc-sr04-ultrasonic-sensor-7cabe1"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circuitdigest.com/microcontroller-projects/interface-arduino-with-ultrasonic-sensor" TargetMode="External"/><Relationship Id="rId4" Type="http://schemas.openxmlformats.org/officeDocument/2006/relationships/image" Target="../media/image6.png"/><Relationship Id="rId5" Type="http://schemas.openxmlformats.org/officeDocument/2006/relationships/hyperlink" Target="https://docs.google.com/document/d/1SkgRAxJ_F9MGoVP6Tf-yfxzP0rOqedkIDVszvqSiOw8/edit?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Ubuntu"/>
                <a:ea typeface="Ubuntu"/>
                <a:cs typeface="Ubuntu"/>
                <a:sym typeface="Ubuntu"/>
              </a:rPr>
              <a:t>Ultrasonic Sensors</a:t>
            </a:r>
            <a:endParaRPr>
              <a:latin typeface="Ubuntu"/>
              <a:ea typeface="Ubuntu"/>
              <a:cs typeface="Ubuntu"/>
              <a:sym typeface="Ubuntu"/>
            </a:endParaRPr>
          </a:p>
        </p:txBody>
      </p:sp>
      <p:pic>
        <p:nvPicPr>
          <p:cNvPr id="87" name="Google Shape;87;p13"/>
          <p:cNvPicPr preferRelativeResize="0"/>
          <p:nvPr/>
        </p:nvPicPr>
        <p:blipFill>
          <a:blip r:embed="rId3">
            <a:alphaModFix/>
          </a:blip>
          <a:stretch>
            <a:fillRect/>
          </a:stretch>
        </p:blipFill>
        <p:spPr>
          <a:xfrm>
            <a:off x="5410756" y="2213325"/>
            <a:ext cx="2635555" cy="2386124"/>
          </a:xfrm>
          <a:prstGeom prst="rect">
            <a:avLst/>
          </a:prstGeom>
          <a:noFill/>
          <a:ln>
            <a:noFill/>
          </a:ln>
        </p:spPr>
      </p:pic>
      <p:pic>
        <p:nvPicPr>
          <p:cNvPr id="88" name="Google Shape;88;p13"/>
          <p:cNvPicPr preferRelativeResize="0"/>
          <p:nvPr/>
        </p:nvPicPr>
        <p:blipFill>
          <a:blip r:embed="rId4">
            <a:alphaModFix/>
          </a:blip>
          <a:stretch>
            <a:fillRect/>
          </a:stretch>
        </p:blipFill>
        <p:spPr>
          <a:xfrm>
            <a:off x="1097688" y="2213325"/>
            <a:ext cx="3870182" cy="238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Ubuntu"/>
                <a:ea typeface="Ubuntu"/>
                <a:cs typeface="Ubuntu"/>
                <a:sym typeface="Ubuntu"/>
              </a:rPr>
              <a:t>What is an Ultrasonic Sensor?</a:t>
            </a:r>
            <a:endParaRPr>
              <a:latin typeface="Ubuntu"/>
              <a:ea typeface="Ubuntu"/>
              <a:cs typeface="Ubuntu"/>
              <a:sym typeface="Ubuntu"/>
            </a:endParaRPr>
          </a:p>
        </p:txBody>
      </p:sp>
      <p:sp>
        <p:nvSpPr>
          <p:cNvPr id="94" name="Google Shape;94;p14"/>
          <p:cNvSpPr txBox="1"/>
          <p:nvPr>
            <p:ph idx="1" type="body"/>
          </p:nvPr>
        </p:nvSpPr>
        <p:spPr>
          <a:xfrm>
            <a:off x="729450" y="185385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latin typeface="Ubuntu"/>
                <a:ea typeface="Ubuntu"/>
                <a:cs typeface="Ubuntu"/>
                <a:sym typeface="Ubuntu"/>
              </a:rPr>
              <a:t>An ultrasonic sensor is a device that uses sound waves to measure distance. It sends out high-frequency sound waves (ultrasound) that humans can't hear, waits for the sound to bounce off an object, and then calculates the distance based on how long it takes for the sound to return. </a:t>
            </a:r>
            <a:endParaRPr>
              <a:latin typeface="Ubuntu"/>
              <a:ea typeface="Ubuntu"/>
              <a:cs typeface="Ubuntu"/>
              <a:sym typeface="Ubuntu"/>
            </a:endParaRPr>
          </a:p>
        </p:txBody>
      </p:sp>
      <p:pic>
        <p:nvPicPr>
          <p:cNvPr id="95" name="Google Shape;95;p14"/>
          <p:cNvPicPr preferRelativeResize="0"/>
          <p:nvPr/>
        </p:nvPicPr>
        <p:blipFill>
          <a:blip r:embed="rId3">
            <a:alphaModFix/>
          </a:blip>
          <a:stretch>
            <a:fillRect/>
          </a:stretch>
        </p:blipFill>
        <p:spPr>
          <a:xfrm>
            <a:off x="3369725" y="2815833"/>
            <a:ext cx="4968300" cy="1986841"/>
          </a:xfrm>
          <a:prstGeom prst="rect">
            <a:avLst/>
          </a:prstGeom>
          <a:noFill/>
          <a:ln>
            <a:noFill/>
          </a:ln>
        </p:spPr>
      </p:pic>
      <p:pic>
        <p:nvPicPr>
          <p:cNvPr id="96" name="Google Shape;96;p14"/>
          <p:cNvPicPr preferRelativeResize="0"/>
          <p:nvPr/>
        </p:nvPicPr>
        <p:blipFill>
          <a:blip r:embed="rId4">
            <a:alphaModFix/>
          </a:blip>
          <a:stretch>
            <a:fillRect/>
          </a:stretch>
        </p:blipFill>
        <p:spPr>
          <a:xfrm>
            <a:off x="805975" y="2815825"/>
            <a:ext cx="2250684" cy="1986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5"/>
          <p:cNvPicPr preferRelativeResize="0"/>
          <p:nvPr/>
        </p:nvPicPr>
        <p:blipFill rotWithShape="1">
          <a:blip r:embed="rId3">
            <a:alphaModFix/>
          </a:blip>
          <a:srcRect b="0" l="0" r="50000" t="0"/>
          <a:stretch/>
        </p:blipFill>
        <p:spPr>
          <a:xfrm>
            <a:off x="2362200" y="1140775"/>
            <a:ext cx="4419601" cy="3623950"/>
          </a:xfrm>
          <a:prstGeom prst="rect">
            <a:avLst/>
          </a:prstGeom>
          <a:noFill/>
          <a:ln>
            <a:noFill/>
          </a:ln>
        </p:spPr>
      </p:pic>
      <p:sp>
        <p:nvSpPr>
          <p:cNvPr id="102" name="Google Shape;102;p15"/>
          <p:cNvSpPr txBox="1"/>
          <p:nvPr>
            <p:ph type="title"/>
          </p:nvPr>
        </p:nvSpPr>
        <p:spPr>
          <a:xfrm>
            <a:off x="727650" y="6245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Ubuntu"/>
                <a:ea typeface="Ubuntu"/>
                <a:cs typeface="Ubuntu"/>
                <a:sym typeface="Ubuntu"/>
              </a:rPr>
              <a:t>HC-SR04 Ultrasonic sensor </a:t>
            </a:r>
            <a:r>
              <a:rPr lang="en-GB">
                <a:latin typeface="Ubuntu"/>
                <a:ea typeface="Ubuntu"/>
                <a:cs typeface="Ubuntu"/>
                <a:sym typeface="Ubuntu"/>
              </a:rPr>
              <a:t>Pinout</a:t>
            </a:r>
            <a:endParaRPr>
              <a:latin typeface="Ubuntu"/>
              <a:ea typeface="Ubuntu"/>
              <a:cs typeface="Ubuntu"/>
              <a:sym typeface="Ubuntu"/>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idx="4294967295" type="body"/>
          </p:nvPr>
        </p:nvSpPr>
        <p:spPr>
          <a:xfrm>
            <a:off x="724950" y="4372551"/>
            <a:ext cx="7697400" cy="4605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GB" sz="1700" u="sng">
                <a:solidFill>
                  <a:schemeClr val="hlink"/>
                </a:solidFill>
                <a:latin typeface="Ubuntu"/>
                <a:ea typeface="Ubuntu"/>
                <a:cs typeface="Ubuntu"/>
                <a:sym typeface="Ubuntu"/>
                <a:hlinkClick r:id="rId3"/>
              </a:rPr>
              <a:t>Getting Started with the HC-SR04 Ultrasonic sensor | Arduino Project Hub</a:t>
            </a:r>
            <a:endParaRPr sz="1700">
              <a:latin typeface="Ubuntu"/>
              <a:ea typeface="Ubuntu"/>
              <a:cs typeface="Ubuntu"/>
              <a:sym typeface="Ubuntu"/>
            </a:endParaRPr>
          </a:p>
        </p:txBody>
      </p:sp>
      <p:pic>
        <p:nvPicPr>
          <p:cNvPr id="108" name="Google Shape;108;p16"/>
          <p:cNvPicPr preferRelativeResize="0"/>
          <p:nvPr/>
        </p:nvPicPr>
        <p:blipFill>
          <a:blip r:embed="rId4">
            <a:alphaModFix/>
          </a:blip>
          <a:stretch>
            <a:fillRect/>
          </a:stretch>
        </p:blipFill>
        <p:spPr>
          <a:xfrm>
            <a:off x="4703046" y="871938"/>
            <a:ext cx="3643250" cy="3399625"/>
          </a:xfrm>
          <a:prstGeom prst="rect">
            <a:avLst/>
          </a:prstGeom>
          <a:noFill/>
          <a:ln>
            <a:noFill/>
          </a:ln>
        </p:spPr>
      </p:pic>
      <p:sp>
        <p:nvSpPr>
          <p:cNvPr id="109" name="Google Shape;109;p16"/>
          <p:cNvSpPr txBox="1"/>
          <p:nvPr/>
        </p:nvSpPr>
        <p:spPr>
          <a:xfrm>
            <a:off x="1047775" y="2348550"/>
            <a:ext cx="2871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700">
                <a:solidFill>
                  <a:schemeClr val="accent1"/>
                </a:solidFill>
                <a:latin typeface="Ubuntu"/>
                <a:ea typeface="Ubuntu"/>
                <a:cs typeface="Ubuntu"/>
                <a:sym typeface="Ubuntu"/>
              </a:rPr>
              <a:t>Find the code via the link :]</a:t>
            </a:r>
            <a:endParaRPr sz="1700">
              <a:solidFill>
                <a:schemeClr val="accent1"/>
              </a:solidFill>
              <a:latin typeface="Ubuntu"/>
              <a:ea typeface="Ubuntu"/>
              <a:cs typeface="Ubuntu"/>
              <a:sym typeface="Ubuntu"/>
            </a:endParaRPr>
          </a:p>
        </p:txBody>
      </p:sp>
      <p:cxnSp>
        <p:nvCxnSpPr>
          <p:cNvPr id="110" name="Google Shape;110;p16"/>
          <p:cNvCxnSpPr/>
          <p:nvPr/>
        </p:nvCxnSpPr>
        <p:spPr>
          <a:xfrm>
            <a:off x="2235625" y="2892150"/>
            <a:ext cx="496200" cy="1227300"/>
          </a:xfrm>
          <a:prstGeom prst="straightConnector1">
            <a:avLst/>
          </a:prstGeom>
          <a:noFill/>
          <a:ln cap="flat" cmpd="sng" w="38100">
            <a:solidFill>
              <a:schemeClr val="accent1"/>
            </a:solidFill>
            <a:prstDash val="solid"/>
            <a:round/>
            <a:headEnd len="med" w="med" type="none"/>
            <a:tailEnd len="med" w="med" type="triangle"/>
          </a:ln>
        </p:spPr>
      </p:cxnSp>
      <p:sp>
        <p:nvSpPr>
          <p:cNvPr id="111" name="Google Shape;111;p16"/>
          <p:cNvSpPr txBox="1"/>
          <p:nvPr>
            <p:ph idx="4294967295" type="title"/>
          </p:nvPr>
        </p:nvSpPr>
        <p:spPr>
          <a:xfrm>
            <a:off x="724950" y="336750"/>
            <a:ext cx="76884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300">
                <a:latin typeface="Ubuntu"/>
                <a:ea typeface="Ubuntu"/>
                <a:cs typeface="Ubuntu"/>
                <a:sym typeface="Ubuntu"/>
              </a:rPr>
              <a:t>Ultrasonic sensor wiring via breadboard</a:t>
            </a:r>
            <a:endParaRPr sz="2300">
              <a:latin typeface="Ubuntu"/>
              <a:ea typeface="Ubuntu"/>
              <a:cs typeface="Ubuntu"/>
              <a:sym typeface="Ubuntu"/>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17"/>
          <p:cNvPicPr preferRelativeResize="0"/>
          <p:nvPr/>
        </p:nvPicPr>
        <p:blipFill>
          <a:blip r:embed="rId3">
            <a:alphaModFix/>
          </a:blip>
          <a:stretch>
            <a:fillRect/>
          </a:stretch>
        </p:blipFill>
        <p:spPr>
          <a:xfrm>
            <a:off x="1815968" y="0"/>
            <a:ext cx="5512070"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idx="1" type="body"/>
          </p:nvPr>
        </p:nvSpPr>
        <p:spPr>
          <a:xfrm>
            <a:off x="1786050" y="4398675"/>
            <a:ext cx="5571900" cy="460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sz="1700" u="sng">
                <a:solidFill>
                  <a:schemeClr val="hlink"/>
                </a:solidFill>
                <a:latin typeface="Ubuntu"/>
                <a:ea typeface="Ubuntu"/>
                <a:cs typeface="Ubuntu"/>
                <a:sym typeface="Ubuntu"/>
                <a:hlinkClick r:id="rId3"/>
              </a:rPr>
              <a:t>How to Interface Arduino with an Ultrasonic Sensor?</a:t>
            </a:r>
            <a:endParaRPr sz="1700">
              <a:latin typeface="Ubuntu"/>
              <a:ea typeface="Ubuntu"/>
              <a:cs typeface="Ubuntu"/>
              <a:sym typeface="Ubuntu"/>
            </a:endParaRPr>
          </a:p>
        </p:txBody>
      </p:sp>
      <p:pic>
        <p:nvPicPr>
          <p:cNvPr id="122" name="Google Shape;122;p18"/>
          <p:cNvPicPr preferRelativeResize="0"/>
          <p:nvPr/>
        </p:nvPicPr>
        <p:blipFill>
          <a:blip r:embed="rId4">
            <a:alphaModFix/>
          </a:blip>
          <a:stretch>
            <a:fillRect/>
          </a:stretch>
        </p:blipFill>
        <p:spPr>
          <a:xfrm>
            <a:off x="4193926" y="1196775"/>
            <a:ext cx="4302074" cy="2267701"/>
          </a:xfrm>
          <a:prstGeom prst="rect">
            <a:avLst/>
          </a:prstGeom>
          <a:noFill/>
          <a:ln>
            <a:noFill/>
          </a:ln>
        </p:spPr>
      </p:pic>
      <p:sp>
        <p:nvSpPr>
          <p:cNvPr id="123" name="Google Shape;123;p18"/>
          <p:cNvSpPr txBox="1"/>
          <p:nvPr/>
        </p:nvSpPr>
        <p:spPr>
          <a:xfrm>
            <a:off x="443850" y="1853475"/>
            <a:ext cx="3306300" cy="954300"/>
          </a:xfrm>
          <a:prstGeom prst="rect">
            <a:avLst/>
          </a:prstGeom>
          <a:solidFill>
            <a:srgbClr val="CFE2F3"/>
          </a:solidFill>
          <a:ln cap="flat" cmpd="sng" w="9525">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2500" u="sng">
                <a:solidFill>
                  <a:schemeClr val="hlink"/>
                </a:solidFill>
                <a:latin typeface="Ubuntu"/>
                <a:ea typeface="Ubuntu"/>
                <a:cs typeface="Ubuntu"/>
                <a:sym typeface="Ubuntu"/>
                <a:hlinkClick r:id="rId5"/>
              </a:rPr>
              <a:t>Code for Arduino and Ultrasonic Sensor</a:t>
            </a:r>
            <a:endParaRPr sz="2500">
              <a:latin typeface="Ubuntu"/>
              <a:ea typeface="Ubuntu"/>
              <a:cs typeface="Ubuntu"/>
              <a:sym typeface="Ubuntu"/>
            </a:endParaRPr>
          </a:p>
        </p:txBody>
      </p:sp>
      <p:sp>
        <p:nvSpPr>
          <p:cNvPr id="124" name="Google Shape;124;p18"/>
          <p:cNvSpPr txBox="1"/>
          <p:nvPr>
            <p:ph idx="4294967295" type="title"/>
          </p:nvPr>
        </p:nvSpPr>
        <p:spPr>
          <a:xfrm>
            <a:off x="724950" y="336750"/>
            <a:ext cx="76884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300">
                <a:latin typeface="Ubuntu"/>
                <a:ea typeface="Ubuntu"/>
                <a:cs typeface="Ubuntu"/>
                <a:sym typeface="Ubuntu"/>
              </a:rPr>
              <a:t>Ultrasonic sensor wiring w/o breadboard</a:t>
            </a:r>
            <a:endParaRPr sz="2300">
              <a:latin typeface="Ubuntu"/>
              <a:ea typeface="Ubuntu"/>
              <a:cs typeface="Ubuntu"/>
              <a:sym typeface="Ubuntu"/>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9"/>
          <p:cNvPicPr preferRelativeResize="0"/>
          <p:nvPr/>
        </p:nvPicPr>
        <p:blipFill>
          <a:blip r:embed="rId3">
            <a:alphaModFix/>
          </a:blip>
          <a:stretch>
            <a:fillRect/>
          </a:stretch>
        </p:blipFill>
        <p:spPr>
          <a:xfrm>
            <a:off x="931675" y="652877"/>
            <a:ext cx="7280650" cy="38377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