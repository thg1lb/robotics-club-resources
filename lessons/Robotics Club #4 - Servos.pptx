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Ubuntu"/>
      <p:regular r:id="rId14"/>
      <p:bold r:id="rId15"/>
      <p:italic r:id="rId16"/>
      <p:boldItalic r:id="rId17"/>
    </p:embeddedFon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buntu-bold.fntdata"/><Relationship Id="rId14" Type="http://schemas.openxmlformats.org/officeDocument/2006/relationships/font" Target="fonts/Ubuntu-regular.fntdata"/><Relationship Id="rId17" Type="http://schemas.openxmlformats.org/officeDocument/2006/relationships/font" Target="fonts/Ubuntu-boldItalic.fntdata"/><Relationship Id="rId16" Type="http://schemas.openxmlformats.org/officeDocument/2006/relationships/font" Target="fonts/Ubuntu-italic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IxMUJzFAtIgi8bADm309JuPvQXAKAPLx/edit?usp=sharing&amp;ouid=114032543180788566019&amp;rtpof=true&amp;sd=true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SCMTlhtNCPbyAdSt-9pY26OB62VRyRQHkxNJ7DITDJ0/edit?usp=sharing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75c00e48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75c00e48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75c00e48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75c00e48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75c00e48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75c00e48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75c00e48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75c00e48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75c00e48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75c00e48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Potentiometer-Servo Documentation.docx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75c00e48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75c00e48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75c00e48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75c00e48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Servos - Arduino Code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document/d/1IxMUJzFAtIgi8bADm309JuPvQXAKAPLx/edit?usp=sharing&amp;ouid=114032543180788566019&amp;rtpof=true&amp;sd=tru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document/d/1SCMTlhtNCPbyAdSt-9pY26OB62VRyRQHkxNJ7DITDJ0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Servos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213" y="2181625"/>
            <a:ext cx="3848143" cy="2479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obotic arm is attached to a small white box (provided by Tenor)"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9967" y="2181625"/>
            <a:ext cx="2430820" cy="24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727950" y="1947150"/>
            <a:ext cx="76881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Ubuntu"/>
                <a:ea typeface="Ubuntu"/>
                <a:cs typeface="Ubuntu"/>
                <a:sym typeface="Ubuntu"/>
              </a:rPr>
              <a:t>Reminder: Coding Club </a:t>
            </a:r>
            <a:r>
              <a:rPr lang="en-GB" sz="3500" u="sng">
                <a:solidFill>
                  <a:srgbClr val="A64D79"/>
                </a:solidFill>
                <a:latin typeface="Ubuntu"/>
                <a:ea typeface="Ubuntu"/>
                <a:cs typeface="Ubuntu"/>
                <a:sym typeface="Ubuntu"/>
              </a:rPr>
              <a:t>tomorrow</a:t>
            </a:r>
            <a:r>
              <a:rPr lang="en-GB" sz="3500">
                <a:solidFill>
                  <a:srgbClr val="A64D79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-GB" sz="3500">
                <a:latin typeface="Ubuntu"/>
                <a:ea typeface="Ubuntu"/>
                <a:cs typeface="Ubuntu"/>
                <a:sym typeface="Ubuntu"/>
              </a:rPr>
              <a:t>!</a:t>
            </a:r>
            <a:endParaRPr sz="35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Ubuntu"/>
                <a:ea typeface="Ubuntu"/>
                <a:cs typeface="Ubuntu"/>
                <a:sym typeface="Ubuntu"/>
              </a:rPr>
              <a:t>(and every Thursday – same room)</a:t>
            </a:r>
            <a:endParaRPr sz="35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>
                <a:latin typeface="Ubuntu"/>
                <a:ea typeface="Ubuntu"/>
                <a:cs typeface="Ubuntu"/>
                <a:sym typeface="Ubuntu"/>
              </a:rPr>
              <a:t>What is a servo?</a:t>
            </a:r>
            <a:endParaRPr sz="254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 </a:t>
            </a:r>
            <a:r>
              <a:rPr b="1"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servo</a:t>
            </a: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is a device that uses feedback to control the position, speed, or motion of a mechanical component. It typically consists of a motor, a control circuit, and a position sensor, allowing it to move to a specific angle or position with high precision. Servos are commonly used in robotics, remote-controlled vehicles, and automation systems.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0" name="Google Shape;100;p1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 </a:t>
            </a:r>
            <a:r>
              <a:rPr b="1"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servo</a:t>
            </a: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is a motor that can move to a specific position or angle. It uses a sensor to know where it is and a controller to adjust its movement. You’ll find them in toys, robots, and machines.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21925" y="3700275"/>
            <a:ext cx="27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CC0000"/>
                </a:solidFill>
                <a:latin typeface="Ubuntu"/>
                <a:ea typeface="Ubuntu"/>
                <a:cs typeface="Ubuntu"/>
                <a:sym typeface="Ubuntu"/>
              </a:rPr>
              <a:t>More complicated definition</a:t>
            </a:r>
            <a:endParaRPr b="1" sz="1500">
              <a:solidFill>
                <a:srgbClr val="CC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136200" y="3700275"/>
            <a:ext cx="27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8761D"/>
                </a:solidFill>
                <a:latin typeface="Ubuntu"/>
                <a:ea typeface="Ubuntu"/>
                <a:cs typeface="Ubuntu"/>
                <a:sym typeface="Ubuntu"/>
              </a:rPr>
              <a:t>Less complicated definition</a:t>
            </a:r>
            <a:endParaRPr b="1" sz="1500">
              <a:solidFill>
                <a:srgbClr val="38761D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74" y="654876"/>
            <a:ext cx="8450050" cy="432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023" y="893675"/>
            <a:ext cx="5335950" cy="38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>
            <p:ph type="title"/>
          </p:nvPr>
        </p:nvSpPr>
        <p:spPr>
          <a:xfrm>
            <a:off x="5776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Servo wires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2075" y="3949348"/>
            <a:ext cx="2291926" cy="11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2058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Wiring + Code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625" y="1701450"/>
            <a:ext cx="3789790" cy="298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015" y="1701450"/>
            <a:ext cx="2871169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3136350" y="4789500"/>
            <a:ext cx="2871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5"/>
              </a:rPr>
              <a:t>Potentiometer-Servo Documentation.docx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725" y="712225"/>
            <a:ext cx="5450551" cy="429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949" y="620275"/>
            <a:ext cx="4090825" cy="425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type="title"/>
          </p:nvPr>
        </p:nvSpPr>
        <p:spPr>
          <a:xfrm>
            <a:off x="595275" y="2304150"/>
            <a:ext cx="3433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4"/>
              </a:rPr>
              <a:t>Servos - Arduino Code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