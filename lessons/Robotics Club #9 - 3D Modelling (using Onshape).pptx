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buntu"/>
      <p:regular r:id="rId13"/>
      <p:bold r:id="rId14"/>
      <p:italic r:id="rId15"/>
      <p:boldItalic r:id="rId16"/>
    </p:embeddedFon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font" Target="fonts/Ubuntu-regular.fntdata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buntu-italic.fntdata"/><Relationship Id="rId14" Type="http://schemas.openxmlformats.org/officeDocument/2006/relationships/font" Target="fonts/Ubuntu-bold.fntdata"/><Relationship Id="rId17" Type="http://schemas.openxmlformats.org/officeDocument/2006/relationships/font" Target="fonts/Raleway-regular.fntdata"/><Relationship Id="rId16" Type="http://schemas.openxmlformats.org/officeDocument/2006/relationships/font" Target="fonts/Ubuntu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7d619e0e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7d619e0e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7d619e0e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7d619e0e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7d619e0e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7d619e0e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7d619e0e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7d619e0e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7d619e0e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7d619e0e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7d619e0e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7d619e0e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onshape.com/en/sign-u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Ykp0BRHfHp8sDGMzLi2WkvlUGkPlnOGl/view?usp=drive_link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8174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3D Modelling (using Onshape)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725" y="2164700"/>
            <a:ext cx="2504550" cy="25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826" y="2330150"/>
            <a:ext cx="3756825" cy="25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Signing up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922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I would recommend </a:t>
            </a:r>
            <a:r>
              <a:rPr b="1"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signing up with your personal email</a:t>
            </a:r>
            <a:r>
              <a:rPr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 if you would like to access your models in the future (and your school email may block external emails if you sign up using it).</a:t>
            </a:r>
            <a:endParaRPr sz="17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08550" y="3459500"/>
            <a:ext cx="492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https://www.onshape.com/en/sign-up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38" y="1068275"/>
            <a:ext cx="7760522" cy="3837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5"/>
          <p:cNvSpPr txBox="1"/>
          <p:nvPr/>
        </p:nvSpPr>
        <p:spPr>
          <a:xfrm>
            <a:off x="607000" y="504875"/>
            <a:ext cx="7284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Step 1: Enter your name and personal email</a:t>
            </a:r>
            <a:endParaRPr sz="24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00" y="1068275"/>
            <a:ext cx="7907201" cy="3873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6"/>
          <p:cNvSpPr txBox="1"/>
          <p:nvPr/>
        </p:nvSpPr>
        <p:spPr>
          <a:xfrm>
            <a:off x="607000" y="504875"/>
            <a:ext cx="7284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Step 2: Select Education</a:t>
            </a:r>
            <a:endParaRPr sz="24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463175" y="2422500"/>
            <a:ext cx="1997400" cy="25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607000" y="493925"/>
            <a:ext cx="7284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Step 3: Select “Student” and “Grade School/K-12”</a:t>
            </a:r>
            <a:endParaRPr sz="24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1068275"/>
            <a:ext cx="8222099" cy="37704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7"/>
          <p:cNvSpPr/>
          <p:nvPr/>
        </p:nvSpPr>
        <p:spPr>
          <a:xfrm>
            <a:off x="525900" y="2487775"/>
            <a:ext cx="4046100" cy="574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209925" y="4210975"/>
            <a:ext cx="2115000" cy="256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55" y="1086425"/>
            <a:ext cx="5777350" cy="35802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949" y="1377275"/>
            <a:ext cx="2945175" cy="2998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18"/>
          <p:cNvSpPr txBox="1"/>
          <p:nvPr/>
        </p:nvSpPr>
        <p:spPr>
          <a:xfrm>
            <a:off x="312600" y="523025"/>
            <a:ext cx="82680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Step 4: Click “Next” on the next slide, then fill out the rest</a:t>
            </a:r>
            <a:endParaRPr sz="24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465825" y="3610475"/>
            <a:ext cx="352500" cy="195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1197150" y="4378675"/>
            <a:ext cx="674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OnShapeGuide.pdf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700" y="696275"/>
            <a:ext cx="7644600" cy="350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749700" y="4471075"/>
            <a:ext cx="1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Page 6</a:t>
            </a:r>
            <a:endParaRPr sz="1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