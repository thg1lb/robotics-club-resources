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Ubuntu"/>
      <p:regular r:id="rId14"/>
      <p:bold r:id="rId15"/>
      <p:italic r:id="rId16"/>
      <p:boldItalic r:id="rId17"/>
    </p:embeddedFon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buntu-bold.fntdata"/><Relationship Id="rId14" Type="http://schemas.openxmlformats.org/officeDocument/2006/relationships/font" Target="fonts/Ubuntu-regular.fntdata"/><Relationship Id="rId17" Type="http://schemas.openxmlformats.org/officeDocument/2006/relationships/font" Target="fonts/Ubuntu-boldItalic.fntdata"/><Relationship Id="rId16" Type="http://schemas.openxmlformats.org/officeDocument/2006/relationships/font" Target="fonts/Ubuntu-italic.fntdata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0fde7c9e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0fde7c9e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0fde7c9e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0fde7c9e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0fde7c9e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0fde7c9e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0fde7c9e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0fde7c9e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11b6bed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11b6bed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11b6bed3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11b6bed3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11b6bed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11b6bed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arduino.cc/learn/electronics/servo-motors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arduino.cc/learn/electronics/servo-motors/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arduino.cc/learn/electronics/transistor-motor-control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Motors (DC Motors &amp; Servos)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825" y="2295225"/>
            <a:ext cx="4270624" cy="24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0450" y="2295225"/>
            <a:ext cx="3713718" cy="24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What is a motor?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A DC (direct current) motor is device used to convert electrical energy into mechanical </a:t>
            </a:r>
            <a:r>
              <a:rPr lang="en-GB" sz="1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energy</a:t>
            </a:r>
            <a:r>
              <a:rPr lang="en-GB" sz="17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  <a:endParaRPr sz="17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825" y="2866375"/>
            <a:ext cx="3506355" cy="19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9V DC Motor Pinout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06250"/>
            <a:ext cx="4165004" cy="239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6794" y="1853850"/>
            <a:ext cx="3500957" cy="2397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Servo Motor Pinout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00" y="2159763"/>
            <a:ext cx="3989625" cy="265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2600" y="2205850"/>
            <a:ext cx="3667975" cy="25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Brief Mention: Capacitors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9650"/>
            <a:ext cx="8839200" cy="137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9150" y="3140475"/>
            <a:ext cx="2485700" cy="18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3"/>
              </a:rPr>
              <a:t>Servo Motor: Sweep Setup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2024237"/>
            <a:ext cx="3586851" cy="281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9950" y="2006250"/>
            <a:ext cx="4591649" cy="26964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5460525" y="751525"/>
            <a:ext cx="369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Code is on the website! Click on the title :)</a:t>
            </a:r>
            <a:endParaRPr sz="130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25" name="Google Shape;125;p18"/>
          <p:cNvCxnSpPr/>
          <p:nvPr/>
        </p:nvCxnSpPr>
        <p:spPr>
          <a:xfrm flipH="1">
            <a:off x="5747775" y="1103975"/>
            <a:ext cx="966000" cy="3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8"/>
          <p:cNvSpPr txBox="1"/>
          <p:nvPr/>
        </p:nvSpPr>
        <p:spPr>
          <a:xfrm>
            <a:off x="729450" y="751525"/>
            <a:ext cx="1758900" cy="507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38761D"/>
                </a:solidFill>
                <a:latin typeface="Ubuntu"/>
                <a:ea typeface="Ubuntu"/>
                <a:cs typeface="Ubuntu"/>
                <a:sym typeface="Ubuntu"/>
              </a:rPr>
              <a:t>Easy</a:t>
            </a:r>
            <a:endParaRPr b="1" sz="2100">
              <a:solidFill>
                <a:srgbClr val="38761D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3"/>
              </a:rPr>
              <a:t>Servo Motor: Potentiometer Setup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8963" y="1853850"/>
            <a:ext cx="5304437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 rotWithShape="1">
          <a:blip r:embed="rId5">
            <a:alphaModFix/>
          </a:blip>
          <a:srcRect b="0" l="0" r="0" t="17198"/>
          <a:stretch/>
        </p:blipFill>
        <p:spPr>
          <a:xfrm>
            <a:off x="185675" y="2248350"/>
            <a:ext cx="3495151" cy="21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5460525" y="751525"/>
            <a:ext cx="369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Code is on the website! Click on the title :)</a:t>
            </a:r>
            <a:endParaRPr sz="130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35" name="Google Shape;135;p19"/>
          <p:cNvCxnSpPr/>
          <p:nvPr/>
        </p:nvCxnSpPr>
        <p:spPr>
          <a:xfrm flipH="1">
            <a:off x="5747775" y="1103975"/>
            <a:ext cx="966000" cy="3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9"/>
          <p:cNvSpPr txBox="1"/>
          <p:nvPr/>
        </p:nvSpPr>
        <p:spPr>
          <a:xfrm>
            <a:off x="729450" y="751525"/>
            <a:ext cx="1758900" cy="5079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BF9000"/>
                </a:solidFill>
                <a:latin typeface="Ubuntu"/>
                <a:ea typeface="Ubuntu"/>
                <a:cs typeface="Ubuntu"/>
                <a:sym typeface="Ubuntu"/>
              </a:rPr>
              <a:t>Medium</a:t>
            </a:r>
            <a:endParaRPr b="1" sz="2100">
              <a:solidFill>
                <a:srgbClr val="BF9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u="sng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9V DC Motor: Button-Transistor Setup</a:t>
            </a:r>
            <a:endParaRPr sz="2300">
              <a:solidFill>
                <a:schemeClr val="accent5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5950" y="1853850"/>
            <a:ext cx="3763313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450" y="2207025"/>
            <a:ext cx="3253051" cy="2583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5460525" y="675325"/>
            <a:ext cx="369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Code is on the website! Click on the title :)</a:t>
            </a:r>
            <a:endParaRPr sz="130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45" name="Google Shape;145;p20"/>
          <p:cNvCxnSpPr/>
          <p:nvPr/>
        </p:nvCxnSpPr>
        <p:spPr>
          <a:xfrm flipH="1">
            <a:off x="5747775" y="1027775"/>
            <a:ext cx="966000" cy="3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0"/>
          <p:cNvSpPr txBox="1"/>
          <p:nvPr/>
        </p:nvSpPr>
        <p:spPr>
          <a:xfrm>
            <a:off x="729450" y="751525"/>
            <a:ext cx="1758900" cy="5079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990000"/>
                </a:solidFill>
                <a:latin typeface="Ubuntu"/>
                <a:ea typeface="Ubuntu"/>
                <a:cs typeface="Ubuntu"/>
                <a:sym typeface="Ubuntu"/>
              </a:rPr>
              <a:t>Hard</a:t>
            </a:r>
            <a:endParaRPr b="1" sz="2100">
              <a:solidFill>
                <a:srgbClr val="99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