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buntu"/>
      <p:regular r:id="rId16"/>
      <p:bold r:id="rId17"/>
      <p:italic r:id="rId18"/>
      <p:boldItalic r:id="rId19"/>
    </p:embeddedFon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19" Type="http://schemas.openxmlformats.org/officeDocument/2006/relationships/font" Target="fonts/Ubuntu-boldItalic.fntdata"/><Relationship Id="rId18" Type="http://schemas.openxmlformats.org/officeDocument/2006/relationships/font" Target="fonts/Ubuntu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lenovo.com/gb/en/glossary/what-is-lcd/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arduino.cc/learn/electronics/lcd-displays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EP4RYdVOjiIlbZn7Pg-mr4yuSbNVbKCoE-h3yY7Qrrw/edit?usp=sharing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https://howtomechatronics.com/tutorials/arduino/lcd-tutorial/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cccc8886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cccc8886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https://www.lenovo.com/gb/en/glossary/what-is-lcd/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d28e8699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d28e8699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d28e8699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d28e8699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d28e8699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d28e8699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d28e8699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d28e8699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d28e8699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d28e8699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d28e8699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d28e8699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https://docs.arduino.cc/learn/electronics/lcd-displays/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3b357017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3b357017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https://docs.google.com/document/d/1EP4RYdVOjiIlbZn7Pg-mr4yuSbNVbKCoE-h3yY7Qrrw/edit?usp=sharing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3b357017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3b357017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arduino.cc/learn/electronics/lcd-displays/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document/d/1EP4RYdVOjiIlbZn7Pg-mr4yuSbNVbKCoE-h3yY7Qrrw/edit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arduino.cc/learn/electronics/lcd-display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LCD Displays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750" y="2288175"/>
            <a:ext cx="3128662" cy="243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088" y="2288175"/>
            <a:ext cx="4616152" cy="243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2600"/>
            <a:ext cx="8839199" cy="2730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6475"/>
            <a:ext cx="8839201" cy="2863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623375"/>
            <a:ext cx="76200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LED vs LCD displays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013" y="2071500"/>
            <a:ext cx="43719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40">
                <a:latin typeface="Ubuntu"/>
                <a:ea typeface="Ubuntu"/>
                <a:cs typeface="Ubuntu"/>
                <a:sym typeface="Ubuntu"/>
              </a:rPr>
              <a:t>Advantages of LCD (in electronics applications)</a:t>
            </a:r>
            <a:endParaRPr sz="254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729450" y="2078875"/>
            <a:ext cx="3464400" cy="27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Ubuntu"/>
              <a:buChar char="●"/>
            </a:pPr>
            <a:r>
              <a:rPr lang="en-GB" sz="1800">
                <a:solidFill>
                  <a:srgbClr val="222222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Low power consumption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Ubuntu"/>
              <a:buChar char="●"/>
            </a:pPr>
            <a:r>
              <a:rPr lang="en-GB" sz="1800">
                <a:solidFill>
                  <a:srgbClr val="222222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Thin and lightweight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Ubuntu"/>
              <a:buChar char="●"/>
            </a:pPr>
            <a:r>
              <a:rPr lang="en-GB" sz="1800">
                <a:solidFill>
                  <a:srgbClr val="222222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No geometric distortion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Ubuntu"/>
              <a:buChar char="●"/>
            </a:pPr>
            <a:r>
              <a:rPr lang="en-GB" sz="1800">
                <a:solidFill>
                  <a:srgbClr val="222222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Sharp images with good color reproduction</a:t>
            </a:r>
            <a:endParaRPr sz="18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850" y="2078875"/>
            <a:ext cx="4093174" cy="23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LCD Screen Pinout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3376528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2175" y="975275"/>
            <a:ext cx="5229700" cy="38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1436400" y="502625"/>
            <a:ext cx="627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3"/>
              </a:rPr>
              <a:t>Liquid Crystal Displays (LCD) with Arduino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388" y="947025"/>
            <a:ext cx="7613224" cy="42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75" y="987525"/>
            <a:ext cx="7813455" cy="415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566575" y="4939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4"/>
              </a:rPr>
              <a:t>LCD Display Code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4324625" y="632525"/>
            <a:ext cx="3433200" cy="446400"/>
          </a:xfrm>
          <a:prstGeom prst="rect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700">
                <a:latin typeface="Ubuntu"/>
                <a:ea typeface="Ubuntu"/>
                <a:cs typeface="Ubuntu"/>
                <a:sym typeface="Ubuntu"/>
              </a:rPr>
              <a:t>The code is also on the website!</a:t>
            </a:r>
            <a:endParaRPr i="1" sz="1700"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37" name="Google Shape;137;p21"/>
          <p:cNvCxnSpPr>
            <a:stCxn id="136" idx="2"/>
          </p:cNvCxnSpPr>
          <p:nvPr/>
        </p:nvCxnSpPr>
        <p:spPr>
          <a:xfrm flipH="1">
            <a:off x="5838725" y="1078925"/>
            <a:ext cx="202500" cy="82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1"/>
          <p:cNvSpPr/>
          <p:nvPr/>
        </p:nvSpPr>
        <p:spPr>
          <a:xfrm>
            <a:off x="5596700" y="1982925"/>
            <a:ext cx="306900" cy="282600"/>
          </a:xfrm>
          <a:prstGeom prst="ellipse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981800" y="2207275"/>
            <a:ext cx="192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Ubuntu"/>
                <a:ea typeface="Ubuntu"/>
                <a:cs typeface="Ubuntu"/>
                <a:sym typeface="Ubuntu"/>
              </a:rPr>
              <a:t>press button to copy :)</a:t>
            </a:r>
            <a:endParaRPr sz="1300">
              <a:solidFill>
                <a:srgbClr val="CC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241500" y="2321100"/>
            <a:ext cx="86610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https://docs.arduino.cc/learn/electronics/lcd-displays/</a:t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1495200" y="4117600"/>
            <a:ext cx="61536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Ubuntu"/>
                <a:ea typeface="Ubuntu"/>
                <a:cs typeface="Ubuntu"/>
                <a:sym typeface="Ubuntu"/>
              </a:rPr>
              <a:t>Type this link into a web browser on the mac computers</a:t>
            </a:r>
            <a:endParaRPr sz="1800"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46" name="Google Shape;146;p22"/>
          <p:cNvCxnSpPr/>
          <p:nvPr/>
        </p:nvCxnSpPr>
        <p:spPr>
          <a:xfrm flipH="1" rot="10800000">
            <a:off x="4515200" y="2935250"/>
            <a:ext cx="207300" cy="96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